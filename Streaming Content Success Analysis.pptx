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7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2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50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18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045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558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576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462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482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366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262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03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CACA130D-2658-45EE-A7D1-B438BB627CDE}" type="datetimeFigureOut">
              <a:rPr lang="en-IN" smtClean="0"/>
              <a:t>18-03-2026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5E4BE0C3-EFB6-4D4C-9B67-A6A9A8863B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23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88A3-D2DD-DEC1-678E-D55A9EE56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10070592" cy="3035808"/>
          </a:xfrm>
        </p:spPr>
        <p:txBody>
          <a:bodyPr/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Content Success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BA25D-9C32-B27A-33CB-273E26A71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5354" y="5425777"/>
            <a:ext cx="3642851" cy="11962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Tharanika Shanmugam</a:t>
            </a:r>
          </a:p>
        </p:txBody>
      </p:sp>
    </p:spTree>
    <p:extLst>
      <p:ext uri="{BB962C8B-B14F-4D97-AF65-F5344CB8AC3E}">
        <p14:creationId xmlns:p14="http://schemas.microsoft.com/office/powerpoint/2010/main" val="422199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3BCF-B7F6-3894-1949-6E89583F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377A8-86BA-C673-D9F5-2DD0671D9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platforms like Netflix, Amazon Prime, and Disney+ have transformed the entertainment industry by providing on-demand access to movies and TV shows across the globe.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platforms generate massive amounts of data related to content performance, including revenue, ratings, and popularity.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this data helps understand viewer preferences, content trends, top-performing genres, and factors influencing success.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is a powerful data visualization tool that converts raw streaming data into interactive dashboards and reports, enabling better decision-making.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4648E-1D8D-D3C6-5C5E-36565D959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821" y="112542"/>
            <a:ext cx="744179" cy="744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3DC34B-51A5-5053-10AB-50CA7A799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893" y="675140"/>
            <a:ext cx="933928" cy="916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944B74-043F-3EA7-2031-4CC3A0175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850" y="1591789"/>
            <a:ext cx="704850" cy="704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E2DEB4-4A10-4BBA-A5DC-0549BFC33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4388" y="761374"/>
            <a:ext cx="744180" cy="7441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11D339E-561D-CE4C-7150-8E2C6F2115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0422" y="85110"/>
            <a:ext cx="744180" cy="74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23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7E985-095B-6FBB-BDDE-7397D8BF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90C8F-90E1-9682-E6D6-29AE8D207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content data is large and complex, making it difficult to analyze performance and identify meaningful patterns using traditional methods.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it becomes challenging to determine which content performs well and why.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Streaming Content Success Analysis Dashboard using Power BI to transform raw data into interactive visualizations for better understanding and decision-making.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230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AB04-5F13-58C9-84A0-958AE6BD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8DE76-FFC3-7B44-E511-29D178F0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content performance vary based on budget and revenue?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genres generate the highest popularity and revenue?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movies or shows are the top performers?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content success vary across different regions or countries?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relationship between ratings and popularity?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trends change over time year-wise?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factors contribute most to content success?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99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582B5-E3EB-3E76-0964-FB4122615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AF578-AF98-B01D-1676-64A6EE0CA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Fields: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Score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</a:t>
            </a:r>
          </a:p>
        </p:txBody>
      </p:sp>
    </p:spTree>
    <p:extLst>
      <p:ext uri="{BB962C8B-B14F-4D97-AF65-F5344CB8AC3E}">
        <p14:creationId xmlns:p14="http://schemas.microsoft.com/office/powerpoint/2010/main" val="16367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E08C9-C98A-DDB2-C1FE-A4DD19BB4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1E62-4D5A-5875-65EE-65C2FF207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61535"/>
            <a:ext cx="10058400" cy="42106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TMDB_movie_dataset_v11 (Kaggle).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 &amp; Transformation (ETL):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Query: Cleaning and transforming data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relationships between tables (Genre, Rating, Production, TimeLine).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&amp; Visualization: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Charts: Bar chart, Line chart, Scatter plot, Donut chart.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Insights &amp; Reporting: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&amp; Slicers for Genre, Year, Region.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863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8AE7-527F-B085-4665-A0754A97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D8EC2-689E-1F44-8D69-F9DAB951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Query Editor is used for cleaning and preparing the dataset.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in revenue and ratings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data types (text to numeric)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duplicate records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year from release date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new columns:</a:t>
            </a:r>
          </a:p>
          <a:p>
            <a:pPr lvl="1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= Revenue – Budget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953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2145-A314-1316-9D1C-C64CCAEEF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and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19206-E1A5-4EC5-145E-F670C324A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KPIs provide a quick overview of content performance: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otal Revenue: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earnings from all content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Content Count: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movies/shows analyzed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Overall viewer rating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Popularity Score: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audience engagement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Profit: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Total Profit from all content.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508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A4D1-30C4-4C73-9B89-5B585789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9101-127B-B0BA-CDCF-152D88F15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reated relationships between tables such as: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 Table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Table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Table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Table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filtering and aggregation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303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1A6C7-461C-3701-8BC3-FA533F559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FF1A-496B-B51E-D216-49538F16FD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(Data Analysis Expressions) is used for calculations: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= SUM(Revenue)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Content = COUNT(Title)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= AVERAGE(Rating)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Score = AVERAGE(Popularity)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= SUM(Revenue) – SUM(Budget)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26FF-C790-58C2-3442-3E38FE2E3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A686-B26E-6B37-9B74-9E5C7C292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provides an interactive view of: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performance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distribution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trends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insights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apply filters to analyze data by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genre, year, and region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EB0E2-EE39-B692-B8A5-1986FCE5D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3703" y="1986469"/>
            <a:ext cx="5078612" cy="381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15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6358B-7027-F433-8245-1FA5EC1BC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F3876A-6736-A2D9-ED79-A02DD4A528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765" y="2010320"/>
            <a:ext cx="7808470" cy="436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0860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34E14-D6A6-77D1-196E-686C89A06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 Analysis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8E01DE6-32AC-F818-528E-0DCB6315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The platform has generated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$462B revenue with strong profitability.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EBF142-E03B-9834-53A9-668E53B653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52" y="2971283"/>
            <a:ext cx="9835661" cy="138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515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B7A9-BB3E-76EE-10FD-EF13E3E83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Genres Based on Revenue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CD0BD-84C4-A7ED-2561-334A57C7E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Map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revenue of each genre.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Action, Adventure and Comedy dominate revenue share.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18633-932A-278C-5820-196AA432F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820" y="1823328"/>
            <a:ext cx="4874380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2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FE78-0E3B-8ABB-8F17-371363798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vs Budget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0720-D96D-9F60-0CC6-6A55B79C9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X-axis: Budget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Y-axis: Revenue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budget often leads to higher revenue, but some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low-budget content performs exceptionally well.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610AB-7546-DEB7-8444-8C971E34F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355" y="2093975"/>
            <a:ext cx="4799741" cy="30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931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ED43-23D7-A799-1493-1C71B9BA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Performing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14FD0-A398-9FF7-EC02-D951DD1C8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3830"/>
            <a:ext cx="10058400" cy="4388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View: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movies/shows by revenue.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top-performing titles contribute significantly to overall revenue.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26D451-AD2C-571F-5859-EC20CEBB4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854" y="3429000"/>
            <a:ext cx="7710644" cy="294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61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44E32-3C5C-6EBA-C9BA-F6E06D18E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344ED-C0D7-E10A-CA88-9817E10A7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View :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Movie analysis by popularity.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popularity doesn’t always mean a big budget;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smaller films can become very popular..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30E74-E463-B982-5BCD-9A2DC5284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239" y="2093976"/>
            <a:ext cx="3829665" cy="350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078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C68C-E5E3-5943-B034-39A591B40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Genre Analysis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F87271-6B24-429D-E2F4-52B0266A0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Thriller and Science Fiction are popular and leading genres.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723E61-B0A8-5B14-8714-72AB008FE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234" y="2637282"/>
            <a:ext cx="460057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5958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42BD-27CA-5353-1F5D-7B8C416A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Year-wise Trend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87DC-A201-C744-1DD2-709F1C52F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28800"/>
            <a:ext cx="100584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Chart: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number of releases over time</a:t>
            </a:r>
          </a:p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production has increased significantly in recent years.</a:t>
            </a:r>
          </a:p>
          <a:p>
            <a:pPr marL="0" indent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EFF60B-DD0C-296F-71D4-EFEA0277B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190" y="3155280"/>
            <a:ext cx="6175948" cy="321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95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0EB2A-0F7A-EECC-5C50-5B6515E33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E667-AA4B-0F38-6413-2E14A856C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genre → highest revenue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→ strong correlation with revenue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→ dominant language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trend in content production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6663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4B727-7BDE-B950-7483-BB1A7B10D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83134-69D4-7F28-A04E-A7255CCD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Streaming Content Success Dashboard provides valuable insights into content performance, genre trends, and audience preferences.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identify key factors such as budget, genre, and ratings that influence success.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enable streaming platforms to make better decisions in content production and marketing strategies.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810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5E729-D988-412B-F840-5AD88FB51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485900"/>
            <a:ext cx="10058400" cy="3931920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8674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2623</TotalTime>
  <Words>795</Words>
  <Application>Microsoft Office PowerPoint</Application>
  <PresentationFormat>Widescreen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Rockwell</vt:lpstr>
      <vt:lpstr>Rockwell Condensed</vt:lpstr>
      <vt:lpstr>Rockwell Extra Bold</vt:lpstr>
      <vt:lpstr>Times New Roman</vt:lpstr>
      <vt:lpstr>Wingdings</vt:lpstr>
      <vt:lpstr>Wood Type</vt:lpstr>
      <vt:lpstr>Streaming Content Success Analysis</vt:lpstr>
      <vt:lpstr>Introduction</vt:lpstr>
      <vt:lpstr>Problem Statement</vt:lpstr>
      <vt:lpstr>Business Problem</vt:lpstr>
      <vt:lpstr>Data Overview</vt:lpstr>
      <vt:lpstr>Technology Used</vt:lpstr>
      <vt:lpstr>Data Preprocessing</vt:lpstr>
      <vt:lpstr>Key Metrics and KPIs</vt:lpstr>
      <vt:lpstr>Data Modelling Overview</vt:lpstr>
      <vt:lpstr>DAX Measures</vt:lpstr>
      <vt:lpstr>Power BI Dashboard Overview</vt:lpstr>
      <vt:lpstr>Trends and insights</vt:lpstr>
      <vt:lpstr>Overall Performance Analysis</vt:lpstr>
      <vt:lpstr>Top Genres Based on Revenue</vt:lpstr>
      <vt:lpstr>Revenue vs Budget Analysis</vt:lpstr>
      <vt:lpstr>Top Performing Content</vt:lpstr>
      <vt:lpstr>Popularity Analysis</vt:lpstr>
      <vt:lpstr>Genre Analysis</vt:lpstr>
      <vt:lpstr>Year-wise Trend Analysis</vt:lpstr>
      <vt:lpstr>Key Insights Summary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Bharathi Srinivasan</dc:creator>
  <cp:lastModifiedBy>Bharathi Srinivasan</cp:lastModifiedBy>
  <cp:revision>7</cp:revision>
  <dcterms:created xsi:type="dcterms:W3CDTF">2026-03-18T09:14:16Z</dcterms:created>
  <dcterms:modified xsi:type="dcterms:W3CDTF">2026-03-20T04:57:16Z</dcterms:modified>
</cp:coreProperties>
</file>