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6" r:id="rId20"/>
    <p:sldId id="274" r:id="rId21"/>
    <p:sldId id="275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2" autoAdjust="0"/>
    <p:restoredTop sz="94660"/>
  </p:normalViewPr>
  <p:slideViewPr>
    <p:cSldViewPr snapToGrid="0">
      <p:cViewPr varScale="1">
        <p:scale>
          <a:sx n="65" d="100"/>
          <a:sy n="65" d="100"/>
        </p:scale>
        <p:origin x="9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A130D-2658-45EE-A7D1-B438BB627CDE}" type="datetimeFigureOut">
              <a:rPr lang="en-IN" smtClean="0"/>
              <a:t>18-03-2026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5E4BE0C3-EFB6-4D4C-9B67-A6A9A8863B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2350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A130D-2658-45EE-A7D1-B438BB627CDE}" type="datetimeFigureOut">
              <a:rPr lang="en-IN" smtClean="0"/>
              <a:t>18-03-2026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BE0C3-EFB6-4D4C-9B67-A6A9A8863B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2186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CACA130D-2658-45EE-A7D1-B438BB627CDE}" type="datetimeFigureOut">
              <a:rPr lang="en-IN" smtClean="0"/>
              <a:t>18-03-2026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IN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5E4BE0C3-EFB6-4D4C-9B67-A6A9A8863B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30453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A130D-2658-45EE-A7D1-B438BB627CDE}" type="datetimeFigureOut">
              <a:rPr lang="en-IN" smtClean="0"/>
              <a:t>18-03-2026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BE0C3-EFB6-4D4C-9B67-A6A9A8863B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83662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A130D-2658-45EE-A7D1-B438BB627CDE}" type="datetimeFigureOut">
              <a:rPr lang="en-IN" smtClean="0"/>
              <a:t>18-03-2026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BE0C3-EFB6-4D4C-9B67-A6A9A8863B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3558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A130D-2658-45EE-A7D1-B438BB627CDE}" type="datetimeFigureOut">
              <a:rPr lang="en-IN" smtClean="0"/>
              <a:t>18-03-2026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BE0C3-EFB6-4D4C-9B67-A6A9A8863B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1576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A130D-2658-45EE-A7D1-B438BB627CDE}" type="datetimeFigureOut">
              <a:rPr lang="en-IN" smtClean="0"/>
              <a:t>18-03-2026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BE0C3-EFB6-4D4C-9B67-A6A9A8863B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0462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A130D-2658-45EE-A7D1-B438BB627CDE}" type="datetimeFigureOut">
              <a:rPr lang="en-IN" smtClean="0"/>
              <a:t>18-03-2026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BE0C3-EFB6-4D4C-9B67-A6A9A8863B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5482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A130D-2658-45EE-A7D1-B438BB627CDE}" type="datetimeFigureOut">
              <a:rPr lang="en-IN" smtClean="0"/>
              <a:t>18-03-2026</a:t>
            </a:fld>
            <a:endParaRPr lang="en-IN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BE0C3-EFB6-4D4C-9B67-A6A9A8863B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3366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A130D-2658-45EE-A7D1-B438BB627CDE}" type="datetimeFigureOut">
              <a:rPr lang="en-IN" smtClean="0"/>
              <a:t>18-03-2026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BE0C3-EFB6-4D4C-9B67-A6A9A8863B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82621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A130D-2658-45EE-A7D1-B438BB627CDE}" type="datetimeFigureOut">
              <a:rPr lang="en-IN" smtClean="0"/>
              <a:t>18-03-2026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BE0C3-EFB6-4D4C-9B67-A6A9A8863B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1035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CACA130D-2658-45EE-A7D1-B438BB627CDE}" type="datetimeFigureOut">
              <a:rPr lang="en-IN" smtClean="0"/>
              <a:t>18-03-2026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5E4BE0C3-EFB6-4D4C-9B67-A6A9A8863B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32310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888A3-D2DD-DEC1-678E-D55A9EE563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10070592" cy="3035808"/>
          </a:xfrm>
        </p:spPr>
        <p:txBody>
          <a:bodyPr/>
          <a:lstStyle/>
          <a:p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Streaming Content Success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EBA25D-9C32-B27A-33CB-273E26A718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85354" y="5425777"/>
            <a:ext cx="3642851" cy="1196248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Tharanika Shanmugam</a:t>
            </a:r>
          </a:p>
        </p:txBody>
      </p:sp>
    </p:spTree>
    <p:extLst>
      <p:ext uri="{BB962C8B-B14F-4D97-AF65-F5344CB8AC3E}">
        <p14:creationId xmlns:p14="http://schemas.microsoft.com/office/powerpoint/2010/main" val="4221995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13BCF-B7F6-3894-1949-6E89583F6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377A8-86BA-C673-D9F5-2DD0671D94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Streaming platforms like Netflix, Amazon Prime, and Disney+ have transformed the entertainment industry by providing on-demand access to movies and TV shows across the globe.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These platforms generate massive amounts of data related to content performance, including revenue, ratings, and popularity.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Analyzing this data helps understand viewer preferences, content trends, top-performing genres, and factors influencing success.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Power BI is a powerful data visualization tool that converts raw streaming data into interactive dashboards and reports, enabling better decision-making.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C4648E-1D8D-D3C6-5C5E-36565D959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7821" y="112542"/>
            <a:ext cx="744179" cy="7441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3DC34B-51A5-5053-10AB-50CA7A799A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3893" y="675140"/>
            <a:ext cx="933928" cy="91664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3944B74-043F-3EA7-2031-4CC3A01752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7850" y="1591789"/>
            <a:ext cx="704850" cy="7048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BE2DEB4-4A10-4BBA-A5DC-0549BFC33F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4388" y="761374"/>
            <a:ext cx="744180" cy="74418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11D339E-561D-CE4C-7150-8E2C6F2115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0422" y="85110"/>
            <a:ext cx="744180" cy="744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223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7E985-095B-6FBB-BDDE-7397D8BF9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90C8F-90E1-9682-E6D6-29AE8D207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Streaming content data is large and complex, making it difficult to analyze performance and identify meaningful patterns using traditional methods.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Without proper analysis, it becomes challenging to determine which content performs well and why.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aims to develop a Streaming Content Success Analysis Dashboard using Power BI to transform raw data into interactive visualizations for better understanding and decision-making.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230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4AB04-5F13-58C9-84A0-958AE6BD4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8DE76-FFC3-7B44-E511-29D178F024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does content performance vary based on budget and revenue?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 genres generate the highest popularity and revenue?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 movies or shows are the top performers?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does content success vary across different regions or countries?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relationship between ratings and popularity?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do trends change over time (year-wise or month-wise)?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 factors contribute most to content success?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599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582B5-E3EB-3E76-0964-FB4122615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8AF578-AF98-B01D-1676-64A6EE0CAF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Fields: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Genre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Budget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Revenue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Popularity Score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Ratings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Release Year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Country</a:t>
            </a:r>
          </a:p>
        </p:txBody>
      </p:sp>
    </p:spTree>
    <p:extLst>
      <p:ext uri="{BB962C8B-B14F-4D97-AF65-F5344CB8AC3E}">
        <p14:creationId xmlns:p14="http://schemas.microsoft.com/office/powerpoint/2010/main" val="163670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E08C9-C98A-DDB2-C1FE-A4DD19BB4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Technology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71E62-4D5A-5875-65EE-65C2FF207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961535"/>
            <a:ext cx="10058400" cy="421066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Source: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TMDB_movie_dataset_v11 (Kaggle).</a:t>
            </a: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Preparation &amp; Transformation (ETL):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Query: Cleaning and transforming data</a:t>
            </a:r>
          </a:p>
          <a:p>
            <a:pPr marL="0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Modelling: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Creating relationships between tables (Genre, Year, Content, Region).</a:t>
            </a:r>
          </a:p>
          <a:p>
            <a:pPr marL="0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 &amp; Visualization: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BI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Charts: Bar chart, Line chart, Scatter plot, Donut chart, Heatmap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DAX Measures</a:t>
            </a:r>
          </a:p>
          <a:p>
            <a:pPr marL="0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Insights &amp; Reporting: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Dashboard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Filters &amp; Slicers for Genre, Year, Region.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548632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88AE7-527F-B085-4665-A0754A975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D8EC2-689E-1F44-8D69-F9DAB951E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Power Query Editor is used for cleaning and preparing the dataset.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Steps: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missing values in revenue and ratings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Converting data types (text to numeric)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Removing duplicate records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Extracting year from release date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Creating new columns:</a:t>
            </a:r>
          </a:p>
          <a:p>
            <a:pPr lvl="1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Profit = Revenue – Budget</a:t>
            </a:r>
          </a:p>
          <a:p>
            <a:pPr lvl="1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Success Score = Popularity × Rating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1953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F2145-A314-1316-9D1C-C64CCAEE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Metrics and KPIs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19206-E1A5-4EC5-145E-F670C324AF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KPIs provide a quick overview of content performance: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otal Revenue: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Total earnings from all content</a:t>
            </a: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Content Count: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Number of movies/shows analyzed</a:t>
            </a: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Rating: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Overall viewer rating</a:t>
            </a:r>
          </a:p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Popularity Score: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Measures audience engagement</a:t>
            </a: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Genre: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Genre with highest revenue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35086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6A4D1-30C4-4C73-9B89-5B585789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Modelling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549101-127B-B0BA-CDCF-152D88F15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reated relationships between tables such as:</a:t>
            </a:r>
          </a:p>
          <a:p>
            <a:pPr lvl="1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Rating Table</a:t>
            </a:r>
          </a:p>
          <a:p>
            <a:pPr lvl="1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Genre Table</a:t>
            </a:r>
          </a:p>
          <a:p>
            <a:pPr lvl="1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Timeline Table</a:t>
            </a:r>
          </a:p>
          <a:p>
            <a:pPr lvl="1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Production Table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Ensures accurate filtering and aggregation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3039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1A6C7-461C-3701-8BC3-FA533F559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DAX Measures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FFF1A-496B-B51E-D216-49538F16FD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DAX (Data Analysis Expressions) is used for calculations: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Revenue = SUM(Revenue)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Content = COUNT(Title)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Rating = AVERAGE(Rating)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Popularity Score = AVERAGE(Popularity)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Profit = SUM(Revenue) – SUM(Budget)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075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F26FF-C790-58C2-3442-3E38FE2E3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BI Dashboard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FAA686-B26E-6B37-9B74-9E5C7C292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dashboard provides an interactive view of: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 performance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Genre distribution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Revenue trends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Popularity insights</a:t>
            </a:r>
          </a:p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can apply filters to analyze data by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genre, year, and region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4EB0E2-EE39-B692-B8A5-1986FCE5DB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3703" y="1986469"/>
            <a:ext cx="5078612" cy="381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1152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009DD9B-5EE2-4C0D-8B2B-351C8C102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720DB99-7745-4E75-9D96-AAB6D55C5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4504" y="464119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8803C4-E159-4360-B7BB-74205C8F78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4504" y="601952"/>
            <a:ext cx="10222992" cy="1385874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B0465-3B07-49BF-BEA7-D814762462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4504" y="2038655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E34E14-D6A6-77D1-196E-686C89A06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 Performance Analysis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9B7FFA5-14CB-4A4F-9BCC-CA3AA5D9D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01725" y="6229681"/>
            <a:ext cx="457200" cy="457200"/>
          </a:xfrm>
          <a:prstGeom prst="ellipse">
            <a:avLst/>
          </a:prstGeom>
          <a:blipFill dpi="0" rotWithShape="1">
            <a:blip r:embed="rId4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50800" ty="0" sx="85000" sy="85000" flip="none" algn="tl"/>
          </a:blipFill>
          <a:ln w="25400" cap="flat" cmpd="sng" algn="ctr">
            <a:noFill/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ckwell Extra Bold" pitchFamily="18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4E48745-7512-4EC2-9E20-9092D121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30918" y="6258874"/>
            <a:ext cx="398813" cy="398815"/>
          </a:xfrm>
          <a:prstGeom prst="ellipse">
            <a:avLst/>
          </a:prstGeom>
          <a:noFill/>
          <a:ln w="12700" cap="flat" cmpd="sng" algn="ctr">
            <a:solidFill>
              <a:srgbClr val="FFFFFF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E01DE6-32AC-F818-528E-0DCB63158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The platform has generated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$462B revenue with strong profitability.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0EBF142-E03B-9834-53A9-668E53B653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52" y="2971283"/>
            <a:ext cx="9835661" cy="1385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5159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5B7A9-BB3E-76EE-10FD-EF13E3E83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Genres Based on Revenue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4CD0BD-84C4-A7ED-2561-334A57C7E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Tree Map 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Shows revenue of each genre.</a:t>
            </a:r>
          </a:p>
          <a:p>
            <a:pPr marL="0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Insight: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Action, Adventure and Comedy dominate revenue share.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318633-932A-278C-5820-196AA432F1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2820" y="1823328"/>
            <a:ext cx="4874380" cy="405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02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FFE78-0E3B-8ABB-8F17-371363798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Revenue vs Budget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C80720-D96D-9F60-0CC6-6A55B79C96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Scatter Plot: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X-axis: Budget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Y-axis: Revenue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Higher budget often leads to higher revenue, but some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low-budget content performs exceptionally well.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1610AB-7546-DEB7-8444-8C971E34FB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7355" y="2093975"/>
            <a:ext cx="4799741" cy="3077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931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3ED43-23D7-A799-1493-1C71B9BA7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Performing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14FD0-A398-9FF7-EC02-D951DD1C8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783830"/>
            <a:ext cx="10058400" cy="43883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View: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5 movies/shows by revenue.</a:t>
            </a:r>
          </a:p>
          <a:p>
            <a:pPr marL="0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Insight: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Few top-performing titles contribute significantly to overall revenue.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26D451-AD2C-571F-5859-EC20CEBB48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7854" y="3429000"/>
            <a:ext cx="7710644" cy="2944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7610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44E32-3C5C-6EBA-C9BA-F6E06D18E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Popularity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344ED-C0D7-E10A-CA88-9817E10A7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View :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Shows Movie analysis by popularity.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Insight: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popularity doesn’t always mean a big budget;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 smaller films can become very popular..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730E74-E463-B982-5BCD-9A2DC52848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239" y="2093976"/>
            <a:ext cx="3829665" cy="3504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07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8C68C-E5E3-5943-B034-39A591B40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Genre Analysis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EF87271-6B24-429D-E2F4-52B0266A0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Thriller and Science Fiction are popular and leading genres.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7723E61-B0A8-5B14-8714-72AB008FEE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9234" y="2637282"/>
            <a:ext cx="4600575" cy="3562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5958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A42BD-27CA-5353-1F5D-7B8C416A0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Year-wise Trend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487DC-A201-C744-1DD2-709F1C52F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828800"/>
            <a:ext cx="10058400" cy="4343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Column Chart: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Shows number of releases and popularity over time</a:t>
            </a:r>
          </a:p>
          <a:p>
            <a:pPr marL="0" indent="0"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Insight: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 production has increased significantly in recent years.</a:t>
            </a:r>
          </a:p>
          <a:p>
            <a:pPr marL="0" indent="0">
              <a:buNone/>
            </a:pP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EFF60B-DD0C-296F-71D4-EFEA0277BC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8190" y="3155280"/>
            <a:ext cx="6175948" cy="3217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2954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0EB2A-0F7A-EECC-5C50-5B6515E33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Insights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FE667-AA4B-0F38-6413-2E14A856C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Action genre → highest revenue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Budget → strong correlation with revenue</a:t>
            </a:r>
          </a:p>
          <a:p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English → dominant language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Increasing trend in content production</a:t>
            </a:r>
            <a:endParaRPr lang="en-I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66639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4B727-7BDE-B950-7483-BB1A7B10D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83134-69D4-7F28-A04E-A7255CCD01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Streaming Content Success Dashboard provides valuable insights into content performance, genre trends, and audience preferences.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helps identify key factors such as budget, genre, and ratings that influence success. 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insights enable streaming platforms to make better decisions in content production and marketing strategies.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38107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E729-D988-412B-F840-5AD88FB51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1485900"/>
            <a:ext cx="10058400" cy="3931920"/>
          </a:xfrm>
        </p:spPr>
        <p:txBody>
          <a:bodyPr>
            <a:normAutofit/>
          </a:bodyPr>
          <a:lstStyle/>
          <a:p>
            <a:pPr algn="ctr"/>
            <a:r>
              <a:rPr lang="en-IN" sz="6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31867432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1953</TotalTime>
  <Words>801</Words>
  <Application>Microsoft Office PowerPoint</Application>
  <PresentationFormat>Widescreen</PresentationFormat>
  <Paragraphs>129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Arial</vt:lpstr>
      <vt:lpstr>Calibri</vt:lpstr>
      <vt:lpstr>Rockwell</vt:lpstr>
      <vt:lpstr>Rockwell Condensed</vt:lpstr>
      <vt:lpstr>Rockwell Extra Bold</vt:lpstr>
      <vt:lpstr>Times New Roman</vt:lpstr>
      <vt:lpstr>Wingdings</vt:lpstr>
      <vt:lpstr>Wood Type</vt:lpstr>
      <vt:lpstr>Streaming Content Success Analysis</vt:lpstr>
      <vt:lpstr>Introduction</vt:lpstr>
      <vt:lpstr>Problem Statement</vt:lpstr>
      <vt:lpstr>Business Problem</vt:lpstr>
      <vt:lpstr>Data Overview</vt:lpstr>
      <vt:lpstr>Technology Used</vt:lpstr>
      <vt:lpstr>Data Preprocessing</vt:lpstr>
      <vt:lpstr>Key Metrics and KPIs</vt:lpstr>
      <vt:lpstr>Data Modelling Overview</vt:lpstr>
      <vt:lpstr>DAX Measures</vt:lpstr>
      <vt:lpstr>Power BI Dashboard Overview</vt:lpstr>
      <vt:lpstr>Overall Performance Analysis</vt:lpstr>
      <vt:lpstr>Top Genres Based on Revenue</vt:lpstr>
      <vt:lpstr>Revenue vs Budget Analysis</vt:lpstr>
      <vt:lpstr>Top Performing Content</vt:lpstr>
      <vt:lpstr>Popularity Analysis</vt:lpstr>
      <vt:lpstr>Genre Analysis</vt:lpstr>
      <vt:lpstr>Year-wise Trend Analysis</vt:lpstr>
      <vt:lpstr>Key Insights Summary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Bharathi Srinivasan</dc:creator>
  <cp:lastModifiedBy>Bharathi Srinivasan</cp:lastModifiedBy>
  <cp:revision>3</cp:revision>
  <dcterms:created xsi:type="dcterms:W3CDTF">2026-03-18T09:14:16Z</dcterms:created>
  <dcterms:modified xsi:type="dcterms:W3CDTF">2026-03-19T17:48:06Z</dcterms:modified>
</cp:coreProperties>
</file>